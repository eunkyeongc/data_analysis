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결과 시각화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14_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빅데이터분석결과시각화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외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결과 시각화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dirty="0"/>
                <a:t>2001010509_21v4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14746D6-4F0D-40F3-ADBE-57A61E5C4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789" y="-1"/>
            <a:ext cx="8795896" cy="654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65240FC-D3DE-454B-821B-E7176F2B6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905" y="0"/>
            <a:ext cx="6898209" cy="651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C82445A-B8A1-41AE-AC8B-E4602C6D4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25" y="1785937"/>
            <a:ext cx="836295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362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A509FFA-F7D7-4D86-B819-B25A730A5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568" y="0"/>
            <a:ext cx="8452778" cy="651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881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027EB02-68DA-47A6-BD74-C84D7E6CA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305" y="32687"/>
            <a:ext cx="7398894" cy="646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476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7D601FA-12FA-44C9-953F-BBAF79884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48" y="0"/>
            <a:ext cx="11310618" cy="653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48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011093-DA41-4F29-BC9E-3A3DA9D67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872" y="-1"/>
            <a:ext cx="6203622" cy="654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23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B11A4D-298C-4E26-86BE-787C5B5C2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794" y="-1"/>
            <a:ext cx="6960610" cy="654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407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8CA8837-870D-40BA-BE10-011DC6D23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771" y="0"/>
            <a:ext cx="7100626" cy="652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517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25D383F-C80A-4183-9BA8-3A6931978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954" y="0"/>
            <a:ext cx="7571786" cy="652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679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60F5699-C4BB-4846-A7AB-92754A762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421" y="0"/>
            <a:ext cx="7281863" cy="65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42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64</Words>
  <Application>Microsoft Office PowerPoint</Application>
  <PresentationFormat>와이드스크린</PresentationFormat>
  <Paragraphs>10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34</cp:revision>
  <dcterms:created xsi:type="dcterms:W3CDTF">2026-03-10T17:23:29Z</dcterms:created>
  <dcterms:modified xsi:type="dcterms:W3CDTF">2026-08-19T02:21:59Z</dcterms:modified>
</cp:coreProperties>
</file>